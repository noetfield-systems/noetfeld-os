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Noetfield Governance Execution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E6"/>
                </a:solidFill>
              </a:defRPr>
            </a:pPr>
            <a:r>
              <a:t>Pre-execution governance for regulated AI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AI adoption is outpacing governance capacity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No pre-execution validation before operational actions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No audit-ready traceability for board oversight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Regulatory exposure under emerging AI rules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Board liability from invisible decision chains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Operational blind spots in automated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Governance Execution Layer (GEL)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Evaluate intent BEFORE external systems execute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Non-custodial: governance signals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Product - Golden Edge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ALLOW / REJECT / REVIEW decision engine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Policy enforcement + corridor rules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Immutable audit ledger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Console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Intent input (applicant / AI decision payload)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Governed decision output with score breakdown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Audit trail persisted for compliance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FastAPI governance API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Postgres-backed event ledger (pilot target)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Policy loader + Trust Ledger export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Pilot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6-week structured engagement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BC organization - read-only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Simulation + policy mapping + audit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Why Canada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AI governance leadership opportunity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Regulatory alignment (AI Act readiness)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Safe adoption layer for banking &amp; public sector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78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IRAP / BC Innovation co-funding ($60K match)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Pilot partner for enterprise validation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Board-level governance modernization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